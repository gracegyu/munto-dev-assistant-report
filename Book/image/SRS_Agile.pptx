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9058-2D55-B949-BFEC-3B8979229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07ADB-5ED4-EB49-BCD5-A652B7FB4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9CC51-CB35-9B4D-935A-4939A5C1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86008-76C6-C942-84B7-2E31EBC9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56627-E11C-964B-B523-D836784B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6370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474D-8D24-8B41-8945-1A3E74F3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D2839-A82F-C347-81EE-C96A8F91D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5393B-826F-5B46-BEF2-CD330C5E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66DB4-B1C7-6E43-90A7-0D37C2C4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5158C-33B9-B047-AE8E-B19D5A77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0771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92A0-0012-A045-BD3F-F000A6A5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AFB6E-8465-0E43-A8BB-289B9CF68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F9515-7530-2249-A458-042299FE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4B1B4-12BB-4744-86EF-5D5451F0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D7EF-7A03-624B-9981-4CA5F6D7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1927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60B1-DC9B-3943-81C6-5C72A749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2EB1F-8F72-FB4B-8064-7823D1917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2FC94-EEB3-AA46-891C-ABCDE189F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4ED85-C232-1A40-8DE9-BB0F3422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55B0E-B88B-C24D-B21F-5DA641A7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55B2C-3705-5843-B228-3BBE3F42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1046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5FDB9-B482-5440-BB5A-E5DB1C87C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5580D-D670-F348-A067-001A2F5FC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D3FBA-C406-3544-BEAC-DE6E66F00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7F12C-7CF1-3647-B0E9-C6FC7D2C9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CF806-8090-4D4D-A5B9-DE6998C93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764D28-6A73-9F47-B272-2D93CD12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1EC9D-B0A5-AF49-B04B-C95F1027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302FEA-007C-BB48-A448-5EA311DB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4276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7843-E956-0249-8ABE-6B2EE506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CC2DB-C68F-0C40-B82E-02997032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B6887-E4CC-9649-BE61-3282168F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592E9-DF64-7F42-8E57-1317A8AE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6603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2C56CF-28AC-7145-9FC5-9890C247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C278DD-21F6-B649-B8B8-4175DE57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3A882-627C-1B47-8A22-6060D492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20389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40C0E-859F-4948-9F9E-C6BE8E8E3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92DF5-0CCD-1244-B913-9EF6918BA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00735-FD94-414A-851C-99B01D4EF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8B886-3E10-B44A-9F2E-60172736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C25EE-7EA3-DF41-A581-E8EA656C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FB9FC-3366-7E49-A3A7-64849021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18238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13F88-D500-BE45-820E-6653AE64C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7C0BE-5614-3F44-AC33-4B5F67B7E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84AD7-C59D-6F4A-8D9D-3B62519B7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391B7-8478-3342-83F3-9923C57C0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12BE8-0869-B04E-946B-49C60705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49BED-8C9A-DE4E-A29F-6CF8D091B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061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D39B-84B7-9944-BCB9-AE42CFC83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625E8-A695-3E42-B25D-254FDA575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84E9F-4F29-FF45-9229-6F57F614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D22F6-FBAB-DC4E-BC30-43252A84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55B0-2844-3147-9BBA-88BBC303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4768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2C4DD-3FF6-5849-8DD6-D9BB532F5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A6943-84E2-3548-B104-34BA299D2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0E1E6-823F-6C46-B71E-662B8C11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288A0-104B-E546-8B4D-6949326F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ABDC7-6711-E64E-9970-3DF5B7A7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0657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C8F0C-4B73-4246-BBC7-040C2B1A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0BF1E-E0E5-EB43-9E0F-F16794431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247EB-8B35-514A-8A20-960B5C4EC0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9207C-2D24-F240-893C-90F6AD6CFAD9}" type="datetimeFigureOut">
              <a:rPr lang="en-KR" smtClean="0"/>
              <a:t>2020/08/21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2F80E-AE22-7847-87ED-A0AA5DA34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373BC-0580-3D4D-BCB7-A76585EC1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92F5A-4AC9-4240-9366-BD51986E42E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0405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2A7DB97F-36C2-E04B-87FA-80C55FE9A733}"/>
              </a:ext>
            </a:extLst>
          </p:cNvPr>
          <p:cNvSpPr/>
          <p:nvPr/>
        </p:nvSpPr>
        <p:spPr>
          <a:xfrm>
            <a:off x="838199" y="2298729"/>
            <a:ext cx="9873344" cy="2808094"/>
          </a:xfrm>
          <a:custGeom>
            <a:avLst/>
            <a:gdLst>
              <a:gd name="connsiteX0" fmla="*/ 0 w 10341897"/>
              <a:gd name="connsiteY0" fmla="*/ 2774015 h 2774015"/>
              <a:gd name="connsiteX1" fmla="*/ 0 w 10341897"/>
              <a:gd name="connsiteY1" fmla="*/ 1924929 h 2774015"/>
              <a:gd name="connsiteX2" fmla="*/ 0 w 10341897"/>
              <a:gd name="connsiteY2" fmla="*/ 1924929 h 2774015"/>
              <a:gd name="connsiteX3" fmla="*/ 1284515 w 10341897"/>
              <a:gd name="connsiteY3" fmla="*/ 194101 h 2774015"/>
              <a:gd name="connsiteX4" fmla="*/ 2656115 w 10341897"/>
              <a:gd name="connsiteY4" fmla="*/ 226758 h 2774015"/>
              <a:gd name="connsiteX5" fmla="*/ 4572000 w 10341897"/>
              <a:gd name="connsiteY5" fmla="*/ 1848729 h 2774015"/>
              <a:gd name="connsiteX6" fmla="*/ 9818915 w 10341897"/>
              <a:gd name="connsiteY6" fmla="*/ 2588958 h 2774015"/>
              <a:gd name="connsiteX7" fmla="*/ 9873343 w 10341897"/>
              <a:gd name="connsiteY7" fmla="*/ 2588958 h 2774015"/>
              <a:gd name="connsiteX0" fmla="*/ 0 w 10346523"/>
              <a:gd name="connsiteY0" fmla="*/ 2774015 h 2774015"/>
              <a:gd name="connsiteX1" fmla="*/ 0 w 10346523"/>
              <a:gd name="connsiteY1" fmla="*/ 1924929 h 2774015"/>
              <a:gd name="connsiteX2" fmla="*/ 0 w 10346523"/>
              <a:gd name="connsiteY2" fmla="*/ 1924929 h 2774015"/>
              <a:gd name="connsiteX3" fmla="*/ 1284515 w 10346523"/>
              <a:gd name="connsiteY3" fmla="*/ 194101 h 2774015"/>
              <a:gd name="connsiteX4" fmla="*/ 2656115 w 10346523"/>
              <a:gd name="connsiteY4" fmla="*/ 226758 h 2774015"/>
              <a:gd name="connsiteX5" fmla="*/ 4572000 w 10346523"/>
              <a:gd name="connsiteY5" fmla="*/ 1848729 h 2774015"/>
              <a:gd name="connsiteX6" fmla="*/ 9818915 w 10346523"/>
              <a:gd name="connsiteY6" fmla="*/ 2588958 h 2774015"/>
              <a:gd name="connsiteX7" fmla="*/ 9884745 w 10346523"/>
              <a:gd name="connsiteY7" fmla="*/ 2729370 h 2774015"/>
              <a:gd name="connsiteX0" fmla="*/ 0 w 10351214"/>
              <a:gd name="connsiteY0" fmla="*/ 2774015 h 2779337"/>
              <a:gd name="connsiteX1" fmla="*/ 0 w 10351214"/>
              <a:gd name="connsiteY1" fmla="*/ 1924929 h 2779337"/>
              <a:gd name="connsiteX2" fmla="*/ 0 w 10351214"/>
              <a:gd name="connsiteY2" fmla="*/ 1924929 h 2779337"/>
              <a:gd name="connsiteX3" fmla="*/ 1284515 w 10351214"/>
              <a:gd name="connsiteY3" fmla="*/ 194101 h 2779337"/>
              <a:gd name="connsiteX4" fmla="*/ 2656115 w 10351214"/>
              <a:gd name="connsiteY4" fmla="*/ 226758 h 2779337"/>
              <a:gd name="connsiteX5" fmla="*/ 4572000 w 10351214"/>
              <a:gd name="connsiteY5" fmla="*/ 1848729 h 2779337"/>
              <a:gd name="connsiteX6" fmla="*/ 9818915 w 10351214"/>
              <a:gd name="connsiteY6" fmla="*/ 2588958 h 2779337"/>
              <a:gd name="connsiteX7" fmla="*/ 9896148 w 10351214"/>
              <a:gd name="connsiteY7" fmla="*/ 2761774 h 2779337"/>
              <a:gd name="connsiteX0" fmla="*/ 0 w 10351214"/>
              <a:gd name="connsiteY0" fmla="*/ 2774015 h 2798990"/>
              <a:gd name="connsiteX1" fmla="*/ 0 w 10351214"/>
              <a:gd name="connsiteY1" fmla="*/ 1924929 h 2798990"/>
              <a:gd name="connsiteX2" fmla="*/ 0 w 10351214"/>
              <a:gd name="connsiteY2" fmla="*/ 1924929 h 2798990"/>
              <a:gd name="connsiteX3" fmla="*/ 1284515 w 10351214"/>
              <a:gd name="connsiteY3" fmla="*/ 194101 h 2798990"/>
              <a:gd name="connsiteX4" fmla="*/ 2656115 w 10351214"/>
              <a:gd name="connsiteY4" fmla="*/ 226758 h 2798990"/>
              <a:gd name="connsiteX5" fmla="*/ 4572000 w 10351214"/>
              <a:gd name="connsiteY5" fmla="*/ 1848729 h 2798990"/>
              <a:gd name="connsiteX6" fmla="*/ 9818915 w 10351214"/>
              <a:gd name="connsiteY6" fmla="*/ 2588958 h 2798990"/>
              <a:gd name="connsiteX7" fmla="*/ 9896148 w 10351214"/>
              <a:gd name="connsiteY7" fmla="*/ 2783376 h 2798990"/>
              <a:gd name="connsiteX0" fmla="*/ 0 w 10354962"/>
              <a:gd name="connsiteY0" fmla="*/ 2774015 h 2783891"/>
              <a:gd name="connsiteX1" fmla="*/ 0 w 10354962"/>
              <a:gd name="connsiteY1" fmla="*/ 1924929 h 2783891"/>
              <a:gd name="connsiteX2" fmla="*/ 0 w 10354962"/>
              <a:gd name="connsiteY2" fmla="*/ 1924929 h 2783891"/>
              <a:gd name="connsiteX3" fmla="*/ 1284515 w 10354962"/>
              <a:gd name="connsiteY3" fmla="*/ 194101 h 2783891"/>
              <a:gd name="connsiteX4" fmla="*/ 2656115 w 10354962"/>
              <a:gd name="connsiteY4" fmla="*/ 226758 h 2783891"/>
              <a:gd name="connsiteX5" fmla="*/ 4572000 w 10354962"/>
              <a:gd name="connsiteY5" fmla="*/ 1848729 h 2783891"/>
              <a:gd name="connsiteX6" fmla="*/ 9818915 w 10354962"/>
              <a:gd name="connsiteY6" fmla="*/ 2588958 h 2783891"/>
              <a:gd name="connsiteX7" fmla="*/ 9896148 w 10354962"/>
              <a:gd name="connsiteY7" fmla="*/ 2783376 h 2783891"/>
              <a:gd name="connsiteX0" fmla="*/ 0 w 10515526"/>
              <a:gd name="connsiteY0" fmla="*/ 2774015 h 2784370"/>
              <a:gd name="connsiteX1" fmla="*/ 0 w 10515526"/>
              <a:gd name="connsiteY1" fmla="*/ 1924929 h 2784370"/>
              <a:gd name="connsiteX2" fmla="*/ 0 w 10515526"/>
              <a:gd name="connsiteY2" fmla="*/ 1924929 h 2784370"/>
              <a:gd name="connsiteX3" fmla="*/ 1284515 w 10515526"/>
              <a:gd name="connsiteY3" fmla="*/ 194101 h 2784370"/>
              <a:gd name="connsiteX4" fmla="*/ 2656115 w 10515526"/>
              <a:gd name="connsiteY4" fmla="*/ 226758 h 2784370"/>
              <a:gd name="connsiteX5" fmla="*/ 4572000 w 10515526"/>
              <a:gd name="connsiteY5" fmla="*/ 1848729 h 2784370"/>
              <a:gd name="connsiteX6" fmla="*/ 10069766 w 10515526"/>
              <a:gd name="connsiteY6" fmla="*/ 2632162 h 2784370"/>
              <a:gd name="connsiteX7" fmla="*/ 9896148 w 10515526"/>
              <a:gd name="connsiteY7" fmla="*/ 2783376 h 2784370"/>
              <a:gd name="connsiteX0" fmla="*/ 0 w 10681999"/>
              <a:gd name="connsiteY0" fmla="*/ 2774015 h 2785090"/>
              <a:gd name="connsiteX1" fmla="*/ 0 w 10681999"/>
              <a:gd name="connsiteY1" fmla="*/ 1924929 h 2785090"/>
              <a:gd name="connsiteX2" fmla="*/ 0 w 10681999"/>
              <a:gd name="connsiteY2" fmla="*/ 1924929 h 2785090"/>
              <a:gd name="connsiteX3" fmla="*/ 1284515 w 10681999"/>
              <a:gd name="connsiteY3" fmla="*/ 194101 h 2785090"/>
              <a:gd name="connsiteX4" fmla="*/ 2656115 w 10681999"/>
              <a:gd name="connsiteY4" fmla="*/ 226758 h 2785090"/>
              <a:gd name="connsiteX5" fmla="*/ 4572000 w 10681999"/>
              <a:gd name="connsiteY5" fmla="*/ 1848729 h 2785090"/>
              <a:gd name="connsiteX6" fmla="*/ 10297812 w 10681999"/>
              <a:gd name="connsiteY6" fmla="*/ 2653764 h 2785090"/>
              <a:gd name="connsiteX7" fmla="*/ 9896148 w 10681999"/>
              <a:gd name="connsiteY7" fmla="*/ 2783376 h 2785090"/>
              <a:gd name="connsiteX0" fmla="*/ 0 w 10307831"/>
              <a:gd name="connsiteY0" fmla="*/ 2774015 h 2783755"/>
              <a:gd name="connsiteX1" fmla="*/ 0 w 10307831"/>
              <a:gd name="connsiteY1" fmla="*/ 1924929 h 2783755"/>
              <a:gd name="connsiteX2" fmla="*/ 0 w 10307831"/>
              <a:gd name="connsiteY2" fmla="*/ 1924929 h 2783755"/>
              <a:gd name="connsiteX3" fmla="*/ 1284515 w 10307831"/>
              <a:gd name="connsiteY3" fmla="*/ 194101 h 2783755"/>
              <a:gd name="connsiteX4" fmla="*/ 2656115 w 10307831"/>
              <a:gd name="connsiteY4" fmla="*/ 226758 h 2783755"/>
              <a:gd name="connsiteX5" fmla="*/ 4572000 w 10307831"/>
              <a:gd name="connsiteY5" fmla="*/ 1848729 h 2783755"/>
              <a:gd name="connsiteX6" fmla="*/ 10297812 w 10307831"/>
              <a:gd name="connsiteY6" fmla="*/ 2653764 h 2783755"/>
              <a:gd name="connsiteX7" fmla="*/ 9896148 w 10307831"/>
              <a:gd name="connsiteY7" fmla="*/ 2783376 h 2783755"/>
              <a:gd name="connsiteX0" fmla="*/ 0 w 10500025"/>
              <a:gd name="connsiteY0" fmla="*/ 2774015 h 2805297"/>
              <a:gd name="connsiteX1" fmla="*/ 0 w 10500025"/>
              <a:gd name="connsiteY1" fmla="*/ 1924929 h 2805297"/>
              <a:gd name="connsiteX2" fmla="*/ 0 w 10500025"/>
              <a:gd name="connsiteY2" fmla="*/ 1924929 h 2805297"/>
              <a:gd name="connsiteX3" fmla="*/ 1284515 w 10500025"/>
              <a:gd name="connsiteY3" fmla="*/ 194101 h 2805297"/>
              <a:gd name="connsiteX4" fmla="*/ 2656115 w 10500025"/>
              <a:gd name="connsiteY4" fmla="*/ 226758 h 2805297"/>
              <a:gd name="connsiteX5" fmla="*/ 4572000 w 10500025"/>
              <a:gd name="connsiteY5" fmla="*/ 1848729 h 2805297"/>
              <a:gd name="connsiteX6" fmla="*/ 10297812 w 10500025"/>
              <a:gd name="connsiteY6" fmla="*/ 2653764 h 2805297"/>
              <a:gd name="connsiteX7" fmla="*/ 10306632 w 10500025"/>
              <a:gd name="connsiteY7" fmla="*/ 2804977 h 2805297"/>
              <a:gd name="connsiteX0" fmla="*/ 0 w 10311153"/>
              <a:gd name="connsiteY0" fmla="*/ 2774015 h 2805297"/>
              <a:gd name="connsiteX1" fmla="*/ 0 w 10311153"/>
              <a:gd name="connsiteY1" fmla="*/ 1924929 h 2805297"/>
              <a:gd name="connsiteX2" fmla="*/ 0 w 10311153"/>
              <a:gd name="connsiteY2" fmla="*/ 1924929 h 2805297"/>
              <a:gd name="connsiteX3" fmla="*/ 1284515 w 10311153"/>
              <a:gd name="connsiteY3" fmla="*/ 194101 h 2805297"/>
              <a:gd name="connsiteX4" fmla="*/ 2656115 w 10311153"/>
              <a:gd name="connsiteY4" fmla="*/ 226758 h 2805297"/>
              <a:gd name="connsiteX5" fmla="*/ 4572000 w 10311153"/>
              <a:gd name="connsiteY5" fmla="*/ 1848729 h 2805297"/>
              <a:gd name="connsiteX6" fmla="*/ 10297812 w 10311153"/>
              <a:gd name="connsiteY6" fmla="*/ 2653764 h 2805297"/>
              <a:gd name="connsiteX7" fmla="*/ 10306632 w 10311153"/>
              <a:gd name="connsiteY7" fmla="*/ 2804977 h 2805297"/>
              <a:gd name="connsiteX0" fmla="*/ 0 w 10339589"/>
              <a:gd name="connsiteY0" fmla="*/ 2774015 h 2805356"/>
              <a:gd name="connsiteX1" fmla="*/ 0 w 10339589"/>
              <a:gd name="connsiteY1" fmla="*/ 1924929 h 2805356"/>
              <a:gd name="connsiteX2" fmla="*/ 0 w 10339589"/>
              <a:gd name="connsiteY2" fmla="*/ 1924929 h 2805356"/>
              <a:gd name="connsiteX3" fmla="*/ 1284515 w 10339589"/>
              <a:gd name="connsiteY3" fmla="*/ 194101 h 2805356"/>
              <a:gd name="connsiteX4" fmla="*/ 2656115 w 10339589"/>
              <a:gd name="connsiteY4" fmla="*/ 226758 h 2805356"/>
              <a:gd name="connsiteX5" fmla="*/ 4572000 w 10339589"/>
              <a:gd name="connsiteY5" fmla="*/ 1848729 h 2805356"/>
              <a:gd name="connsiteX6" fmla="*/ 10332018 w 10339589"/>
              <a:gd name="connsiteY6" fmla="*/ 2675367 h 2805356"/>
              <a:gd name="connsiteX7" fmla="*/ 10306632 w 10339589"/>
              <a:gd name="connsiteY7" fmla="*/ 2804977 h 2805356"/>
              <a:gd name="connsiteX0" fmla="*/ 0 w 10339589"/>
              <a:gd name="connsiteY0" fmla="*/ 2850476 h 2850476"/>
              <a:gd name="connsiteX1" fmla="*/ 0 w 10339589"/>
              <a:gd name="connsiteY1" fmla="*/ 1924929 h 2850476"/>
              <a:gd name="connsiteX2" fmla="*/ 0 w 10339589"/>
              <a:gd name="connsiteY2" fmla="*/ 1924929 h 2850476"/>
              <a:gd name="connsiteX3" fmla="*/ 1284515 w 10339589"/>
              <a:gd name="connsiteY3" fmla="*/ 194101 h 2850476"/>
              <a:gd name="connsiteX4" fmla="*/ 2656115 w 10339589"/>
              <a:gd name="connsiteY4" fmla="*/ 226758 h 2850476"/>
              <a:gd name="connsiteX5" fmla="*/ 4572000 w 10339589"/>
              <a:gd name="connsiteY5" fmla="*/ 1848729 h 2850476"/>
              <a:gd name="connsiteX6" fmla="*/ 10332018 w 10339589"/>
              <a:gd name="connsiteY6" fmla="*/ 2675367 h 2850476"/>
              <a:gd name="connsiteX7" fmla="*/ 10306632 w 10339589"/>
              <a:gd name="connsiteY7" fmla="*/ 2804977 h 2850476"/>
              <a:gd name="connsiteX0" fmla="*/ 11400 w 10339589"/>
              <a:gd name="connsiteY0" fmla="*/ 2795861 h 2805356"/>
              <a:gd name="connsiteX1" fmla="*/ 0 w 10339589"/>
              <a:gd name="connsiteY1" fmla="*/ 1924929 h 2805356"/>
              <a:gd name="connsiteX2" fmla="*/ 0 w 10339589"/>
              <a:gd name="connsiteY2" fmla="*/ 1924929 h 2805356"/>
              <a:gd name="connsiteX3" fmla="*/ 1284515 w 10339589"/>
              <a:gd name="connsiteY3" fmla="*/ 194101 h 2805356"/>
              <a:gd name="connsiteX4" fmla="*/ 2656115 w 10339589"/>
              <a:gd name="connsiteY4" fmla="*/ 226758 h 2805356"/>
              <a:gd name="connsiteX5" fmla="*/ 4572000 w 10339589"/>
              <a:gd name="connsiteY5" fmla="*/ 1848729 h 2805356"/>
              <a:gd name="connsiteX6" fmla="*/ 10332018 w 10339589"/>
              <a:gd name="connsiteY6" fmla="*/ 2675367 h 2805356"/>
              <a:gd name="connsiteX7" fmla="*/ 10306632 w 10339589"/>
              <a:gd name="connsiteY7" fmla="*/ 2804977 h 2805356"/>
              <a:gd name="connsiteX0" fmla="*/ 11400 w 10339589"/>
              <a:gd name="connsiteY0" fmla="*/ 2828630 h 2828630"/>
              <a:gd name="connsiteX1" fmla="*/ 0 w 10339589"/>
              <a:gd name="connsiteY1" fmla="*/ 1924929 h 2828630"/>
              <a:gd name="connsiteX2" fmla="*/ 0 w 10339589"/>
              <a:gd name="connsiteY2" fmla="*/ 1924929 h 2828630"/>
              <a:gd name="connsiteX3" fmla="*/ 1284515 w 10339589"/>
              <a:gd name="connsiteY3" fmla="*/ 194101 h 2828630"/>
              <a:gd name="connsiteX4" fmla="*/ 2656115 w 10339589"/>
              <a:gd name="connsiteY4" fmla="*/ 226758 h 2828630"/>
              <a:gd name="connsiteX5" fmla="*/ 4572000 w 10339589"/>
              <a:gd name="connsiteY5" fmla="*/ 1848729 h 2828630"/>
              <a:gd name="connsiteX6" fmla="*/ 10332018 w 10339589"/>
              <a:gd name="connsiteY6" fmla="*/ 2675367 h 2828630"/>
              <a:gd name="connsiteX7" fmla="*/ 10306632 w 10339589"/>
              <a:gd name="connsiteY7" fmla="*/ 2804977 h 2828630"/>
              <a:gd name="connsiteX0" fmla="*/ 0 w 10339589"/>
              <a:gd name="connsiteY0" fmla="*/ 2763092 h 2805356"/>
              <a:gd name="connsiteX1" fmla="*/ 0 w 10339589"/>
              <a:gd name="connsiteY1" fmla="*/ 1924929 h 2805356"/>
              <a:gd name="connsiteX2" fmla="*/ 0 w 10339589"/>
              <a:gd name="connsiteY2" fmla="*/ 1924929 h 2805356"/>
              <a:gd name="connsiteX3" fmla="*/ 1284515 w 10339589"/>
              <a:gd name="connsiteY3" fmla="*/ 194101 h 2805356"/>
              <a:gd name="connsiteX4" fmla="*/ 2656115 w 10339589"/>
              <a:gd name="connsiteY4" fmla="*/ 226758 h 2805356"/>
              <a:gd name="connsiteX5" fmla="*/ 4572000 w 10339589"/>
              <a:gd name="connsiteY5" fmla="*/ 1848729 h 2805356"/>
              <a:gd name="connsiteX6" fmla="*/ 10332018 w 10339589"/>
              <a:gd name="connsiteY6" fmla="*/ 2675367 h 2805356"/>
              <a:gd name="connsiteX7" fmla="*/ 10306632 w 10339589"/>
              <a:gd name="connsiteY7" fmla="*/ 2804977 h 2805356"/>
              <a:gd name="connsiteX0" fmla="*/ 0 w 10350989"/>
              <a:gd name="connsiteY0" fmla="*/ 2850476 h 2850476"/>
              <a:gd name="connsiteX1" fmla="*/ 11400 w 10350989"/>
              <a:gd name="connsiteY1" fmla="*/ 1924929 h 2850476"/>
              <a:gd name="connsiteX2" fmla="*/ 11400 w 10350989"/>
              <a:gd name="connsiteY2" fmla="*/ 1924929 h 2850476"/>
              <a:gd name="connsiteX3" fmla="*/ 1295915 w 10350989"/>
              <a:gd name="connsiteY3" fmla="*/ 194101 h 2850476"/>
              <a:gd name="connsiteX4" fmla="*/ 2667515 w 10350989"/>
              <a:gd name="connsiteY4" fmla="*/ 226758 h 2850476"/>
              <a:gd name="connsiteX5" fmla="*/ 4583400 w 10350989"/>
              <a:gd name="connsiteY5" fmla="*/ 1848729 h 2850476"/>
              <a:gd name="connsiteX6" fmla="*/ 10343418 w 10350989"/>
              <a:gd name="connsiteY6" fmla="*/ 2675367 h 2850476"/>
              <a:gd name="connsiteX7" fmla="*/ 10318032 w 10350989"/>
              <a:gd name="connsiteY7" fmla="*/ 2804977 h 2850476"/>
              <a:gd name="connsiteX0" fmla="*/ 0 w 10350989"/>
              <a:gd name="connsiteY0" fmla="*/ 2850476 h 2850476"/>
              <a:gd name="connsiteX1" fmla="*/ 11399 w 10350989"/>
              <a:gd name="connsiteY1" fmla="*/ 2739817 h 2850476"/>
              <a:gd name="connsiteX2" fmla="*/ 11400 w 10350989"/>
              <a:gd name="connsiteY2" fmla="*/ 1924929 h 2850476"/>
              <a:gd name="connsiteX3" fmla="*/ 11400 w 10350989"/>
              <a:gd name="connsiteY3" fmla="*/ 1924929 h 2850476"/>
              <a:gd name="connsiteX4" fmla="*/ 1295915 w 10350989"/>
              <a:gd name="connsiteY4" fmla="*/ 194101 h 2850476"/>
              <a:gd name="connsiteX5" fmla="*/ 2667515 w 10350989"/>
              <a:gd name="connsiteY5" fmla="*/ 226758 h 2850476"/>
              <a:gd name="connsiteX6" fmla="*/ 4583400 w 10350989"/>
              <a:gd name="connsiteY6" fmla="*/ 1848729 h 2850476"/>
              <a:gd name="connsiteX7" fmla="*/ 10343418 w 10350989"/>
              <a:gd name="connsiteY7" fmla="*/ 2675367 h 2850476"/>
              <a:gd name="connsiteX8" fmla="*/ 10318032 w 10350989"/>
              <a:gd name="connsiteY8" fmla="*/ 2804977 h 2850476"/>
              <a:gd name="connsiteX0" fmla="*/ 0 w 10350989"/>
              <a:gd name="connsiteY0" fmla="*/ 2850476 h 2850476"/>
              <a:gd name="connsiteX1" fmla="*/ 11399 w 10350989"/>
              <a:gd name="connsiteY1" fmla="*/ 2707049 h 2850476"/>
              <a:gd name="connsiteX2" fmla="*/ 11400 w 10350989"/>
              <a:gd name="connsiteY2" fmla="*/ 1924929 h 2850476"/>
              <a:gd name="connsiteX3" fmla="*/ 11400 w 10350989"/>
              <a:gd name="connsiteY3" fmla="*/ 1924929 h 2850476"/>
              <a:gd name="connsiteX4" fmla="*/ 1295915 w 10350989"/>
              <a:gd name="connsiteY4" fmla="*/ 194101 h 2850476"/>
              <a:gd name="connsiteX5" fmla="*/ 2667515 w 10350989"/>
              <a:gd name="connsiteY5" fmla="*/ 226758 h 2850476"/>
              <a:gd name="connsiteX6" fmla="*/ 4583400 w 10350989"/>
              <a:gd name="connsiteY6" fmla="*/ 1848729 h 2850476"/>
              <a:gd name="connsiteX7" fmla="*/ 10343418 w 10350989"/>
              <a:gd name="connsiteY7" fmla="*/ 2675367 h 2850476"/>
              <a:gd name="connsiteX8" fmla="*/ 10318032 w 10350989"/>
              <a:gd name="connsiteY8" fmla="*/ 2804977 h 2850476"/>
              <a:gd name="connsiteX0" fmla="*/ 1 w 10350990"/>
              <a:gd name="connsiteY0" fmla="*/ 2850476 h 2850476"/>
              <a:gd name="connsiteX1" fmla="*/ 0 w 10350990"/>
              <a:gd name="connsiteY1" fmla="*/ 2674280 h 2850476"/>
              <a:gd name="connsiteX2" fmla="*/ 11401 w 10350990"/>
              <a:gd name="connsiteY2" fmla="*/ 1924929 h 2850476"/>
              <a:gd name="connsiteX3" fmla="*/ 11401 w 10350990"/>
              <a:gd name="connsiteY3" fmla="*/ 1924929 h 2850476"/>
              <a:gd name="connsiteX4" fmla="*/ 1295916 w 10350990"/>
              <a:gd name="connsiteY4" fmla="*/ 194101 h 2850476"/>
              <a:gd name="connsiteX5" fmla="*/ 2667516 w 10350990"/>
              <a:gd name="connsiteY5" fmla="*/ 226758 h 2850476"/>
              <a:gd name="connsiteX6" fmla="*/ 4583401 w 10350990"/>
              <a:gd name="connsiteY6" fmla="*/ 1848729 h 2850476"/>
              <a:gd name="connsiteX7" fmla="*/ 10343419 w 10350990"/>
              <a:gd name="connsiteY7" fmla="*/ 2675367 h 2850476"/>
              <a:gd name="connsiteX8" fmla="*/ 10318033 w 10350990"/>
              <a:gd name="connsiteY8" fmla="*/ 2804977 h 2850476"/>
              <a:gd name="connsiteX0" fmla="*/ 1 w 10350990"/>
              <a:gd name="connsiteY0" fmla="*/ 2817707 h 2817707"/>
              <a:gd name="connsiteX1" fmla="*/ 0 w 10350990"/>
              <a:gd name="connsiteY1" fmla="*/ 2674280 h 2817707"/>
              <a:gd name="connsiteX2" fmla="*/ 11401 w 10350990"/>
              <a:gd name="connsiteY2" fmla="*/ 1924929 h 2817707"/>
              <a:gd name="connsiteX3" fmla="*/ 11401 w 10350990"/>
              <a:gd name="connsiteY3" fmla="*/ 1924929 h 2817707"/>
              <a:gd name="connsiteX4" fmla="*/ 1295916 w 10350990"/>
              <a:gd name="connsiteY4" fmla="*/ 194101 h 2817707"/>
              <a:gd name="connsiteX5" fmla="*/ 2667516 w 10350990"/>
              <a:gd name="connsiteY5" fmla="*/ 226758 h 2817707"/>
              <a:gd name="connsiteX6" fmla="*/ 4583401 w 10350990"/>
              <a:gd name="connsiteY6" fmla="*/ 1848729 h 2817707"/>
              <a:gd name="connsiteX7" fmla="*/ 10343419 w 10350990"/>
              <a:gd name="connsiteY7" fmla="*/ 2675367 h 2817707"/>
              <a:gd name="connsiteX8" fmla="*/ 10318033 w 10350990"/>
              <a:gd name="connsiteY8" fmla="*/ 2804977 h 2817707"/>
              <a:gd name="connsiteX0" fmla="*/ 1 w 10350990"/>
              <a:gd name="connsiteY0" fmla="*/ 2784937 h 2805356"/>
              <a:gd name="connsiteX1" fmla="*/ 0 w 10350990"/>
              <a:gd name="connsiteY1" fmla="*/ 2674280 h 2805356"/>
              <a:gd name="connsiteX2" fmla="*/ 11401 w 10350990"/>
              <a:gd name="connsiteY2" fmla="*/ 1924929 h 2805356"/>
              <a:gd name="connsiteX3" fmla="*/ 11401 w 10350990"/>
              <a:gd name="connsiteY3" fmla="*/ 1924929 h 2805356"/>
              <a:gd name="connsiteX4" fmla="*/ 1295916 w 10350990"/>
              <a:gd name="connsiteY4" fmla="*/ 194101 h 2805356"/>
              <a:gd name="connsiteX5" fmla="*/ 2667516 w 10350990"/>
              <a:gd name="connsiteY5" fmla="*/ 226758 h 2805356"/>
              <a:gd name="connsiteX6" fmla="*/ 4583401 w 10350990"/>
              <a:gd name="connsiteY6" fmla="*/ 1848729 h 2805356"/>
              <a:gd name="connsiteX7" fmla="*/ 10343419 w 10350990"/>
              <a:gd name="connsiteY7" fmla="*/ 2675367 h 2805356"/>
              <a:gd name="connsiteX8" fmla="*/ 10318033 w 10350990"/>
              <a:gd name="connsiteY8" fmla="*/ 2804977 h 2805356"/>
              <a:gd name="connsiteX0" fmla="*/ 11401 w 10350990"/>
              <a:gd name="connsiteY0" fmla="*/ 2850476 h 2850476"/>
              <a:gd name="connsiteX1" fmla="*/ 0 w 10350990"/>
              <a:gd name="connsiteY1" fmla="*/ 2674280 h 2850476"/>
              <a:gd name="connsiteX2" fmla="*/ 11401 w 10350990"/>
              <a:gd name="connsiteY2" fmla="*/ 1924929 h 2850476"/>
              <a:gd name="connsiteX3" fmla="*/ 11401 w 10350990"/>
              <a:gd name="connsiteY3" fmla="*/ 1924929 h 2850476"/>
              <a:gd name="connsiteX4" fmla="*/ 1295916 w 10350990"/>
              <a:gd name="connsiteY4" fmla="*/ 194101 h 2850476"/>
              <a:gd name="connsiteX5" fmla="*/ 2667516 w 10350990"/>
              <a:gd name="connsiteY5" fmla="*/ 226758 h 2850476"/>
              <a:gd name="connsiteX6" fmla="*/ 4583401 w 10350990"/>
              <a:gd name="connsiteY6" fmla="*/ 1848729 h 2850476"/>
              <a:gd name="connsiteX7" fmla="*/ 10343419 w 10350990"/>
              <a:gd name="connsiteY7" fmla="*/ 2675367 h 2850476"/>
              <a:gd name="connsiteX8" fmla="*/ 10318033 w 10350990"/>
              <a:gd name="connsiteY8" fmla="*/ 2804977 h 2850476"/>
              <a:gd name="connsiteX0" fmla="*/ 22801 w 10350990"/>
              <a:gd name="connsiteY0" fmla="*/ 2817707 h 2817707"/>
              <a:gd name="connsiteX1" fmla="*/ 0 w 10350990"/>
              <a:gd name="connsiteY1" fmla="*/ 2674280 h 2817707"/>
              <a:gd name="connsiteX2" fmla="*/ 11401 w 10350990"/>
              <a:gd name="connsiteY2" fmla="*/ 1924929 h 2817707"/>
              <a:gd name="connsiteX3" fmla="*/ 11401 w 10350990"/>
              <a:gd name="connsiteY3" fmla="*/ 1924929 h 2817707"/>
              <a:gd name="connsiteX4" fmla="*/ 1295916 w 10350990"/>
              <a:gd name="connsiteY4" fmla="*/ 194101 h 2817707"/>
              <a:gd name="connsiteX5" fmla="*/ 2667516 w 10350990"/>
              <a:gd name="connsiteY5" fmla="*/ 226758 h 2817707"/>
              <a:gd name="connsiteX6" fmla="*/ 4583401 w 10350990"/>
              <a:gd name="connsiteY6" fmla="*/ 1848729 h 2817707"/>
              <a:gd name="connsiteX7" fmla="*/ 10343419 w 10350990"/>
              <a:gd name="connsiteY7" fmla="*/ 2675367 h 2817707"/>
              <a:gd name="connsiteX8" fmla="*/ 10318033 w 10350990"/>
              <a:gd name="connsiteY8" fmla="*/ 2804977 h 2817707"/>
              <a:gd name="connsiteX0" fmla="*/ 11402 w 10339591"/>
              <a:gd name="connsiteY0" fmla="*/ 2817707 h 2817707"/>
              <a:gd name="connsiteX1" fmla="*/ 0 w 10339591"/>
              <a:gd name="connsiteY1" fmla="*/ 2685202 h 2817707"/>
              <a:gd name="connsiteX2" fmla="*/ 2 w 10339591"/>
              <a:gd name="connsiteY2" fmla="*/ 1924929 h 2817707"/>
              <a:gd name="connsiteX3" fmla="*/ 2 w 10339591"/>
              <a:gd name="connsiteY3" fmla="*/ 1924929 h 2817707"/>
              <a:gd name="connsiteX4" fmla="*/ 1284517 w 10339591"/>
              <a:gd name="connsiteY4" fmla="*/ 194101 h 2817707"/>
              <a:gd name="connsiteX5" fmla="*/ 2656117 w 10339591"/>
              <a:gd name="connsiteY5" fmla="*/ 226758 h 2817707"/>
              <a:gd name="connsiteX6" fmla="*/ 4572002 w 10339591"/>
              <a:gd name="connsiteY6" fmla="*/ 1848729 h 2817707"/>
              <a:gd name="connsiteX7" fmla="*/ 10332020 w 10339591"/>
              <a:gd name="connsiteY7" fmla="*/ 2675367 h 2817707"/>
              <a:gd name="connsiteX8" fmla="*/ 10306634 w 10339591"/>
              <a:gd name="connsiteY8" fmla="*/ 2804977 h 2817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39591" h="2817707">
                <a:moveTo>
                  <a:pt x="11402" y="2817707"/>
                </a:moveTo>
                <a:cubicBezTo>
                  <a:pt x="11402" y="2791744"/>
                  <a:pt x="0" y="2711165"/>
                  <a:pt x="0" y="2685202"/>
                </a:cubicBezTo>
                <a:cubicBezTo>
                  <a:pt x="0" y="2413573"/>
                  <a:pt x="2" y="2196558"/>
                  <a:pt x="2" y="1924929"/>
                </a:cubicBezTo>
                <a:lnTo>
                  <a:pt x="2" y="1924929"/>
                </a:lnTo>
                <a:cubicBezTo>
                  <a:pt x="214088" y="1636458"/>
                  <a:pt x="841831" y="477129"/>
                  <a:pt x="1284517" y="194101"/>
                </a:cubicBezTo>
                <a:cubicBezTo>
                  <a:pt x="1727203" y="-88927"/>
                  <a:pt x="2108203" y="-49013"/>
                  <a:pt x="2656117" y="226758"/>
                </a:cubicBezTo>
                <a:cubicBezTo>
                  <a:pt x="3204031" y="502529"/>
                  <a:pt x="3292685" y="1440628"/>
                  <a:pt x="4572002" y="1848729"/>
                </a:cubicBezTo>
                <a:cubicBezTo>
                  <a:pt x="5851319" y="2256830"/>
                  <a:pt x="9448463" y="2551996"/>
                  <a:pt x="10332020" y="2675367"/>
                </a:cubicBezTo>
                <a:cubicBezTo>
                  <a:pt x="10360404" y="2701530"/>
                  <a:pt x="10299313" y="2812658"/>
                  <a:pt x="10306634" y="2804977"/>
                </a:cubicBezTo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FF02A3-A798-8248-9357-A9A0E7402D61}"/>
              </a:ext>
            </a:extLst>
          </p:cNvPr>
          <p:cNvSpPr/>
          <p:nvPr/>
        </p:nvSpPr>
        <p:spPr>
          <a:xfrm>
            <a:off x="838200" y="1280787"/>
            <a:ext cx="9873343" cy="38137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251999" tIns="251999" rIns="360000" bIns="46800" rtlCol="0" anchor="t"/>
          <a:lstStyle/>
          <a:p>
            <a:r>
              <a:rPr lang="ko-KR" altLang="en-US" sz="2400" dirty="0"/>
              <a:t>일반적인 프로젝트의 요구사항분석 노력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1488952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9C2FC4C9-5736-F641-A908-F2913BAED4DA}"/>
              </a:ext>
            </a:extLst>
          </p:cNvPr>
          <p:cNvSpPr/>
          <p:nvPr/>
        </p:nvSpPr>
        <p:spPr>
          <a:xfrm>
            <a:off x="838200" y="3503932"/>
            <a:ext cx="9873343" cy="1590582"/>
          </a:xfrm>
          <a:custGeom>
            <a:avLst/>
            <a:gdLst>
              <a:gd name="connsiteX0" fmla="*/ 0 w 9873343"/>
              <a:gd name="connsiteY0" fmla="*/ 1579697 h 1629286"/>
              <a:gd name="connsiteX1" fmla="*/ 0 w 9873343"/>
              <a:gd name="connsiteY1" fmla="*/ 774154 h 1629286"/>
              <a:gd name="connsiteX2" fmla="*/ 0 w 9873343"/>
              <a:gd name="connsiteY2" fmla="*/ 774154 h 1629286"/>
              <a:gd name="connsiteX3" fmla="*/ 881743 w 9873343"/>
              <a:gd name="connsiteY3" fmla="*/ 1268 h 1629286"/>
              <a:gd name="connsiteX4" fmla="*/ 2220686 w 9873343"/>
              <a:gd name="connsiteY4" fmla="*/ 980982 h 1629286"/>
              <a:gd name="connsiteX5" fmla="*/ 3341914 w 9873343"/>
              <a:gd name="connsiteY5" fmla="*/ 262525 h 1629286"/>
              <a:gd name="connsiteX6" fmla="*/ 4669971 w 9873343"/>
              <a:gd name="connsiteY6" fmla="*/ 1068068 h 1629286"/>
              <a:gd name="connsiteX7" fmla="*/ 5823857 w 9873343"/>
              <a:gd name="connsiteY7" fmla="*/ 338725 h 1629286"/>
              <a:gd name="connsiteX8" fmla="*/ 7326086 w 9873343"/>
              <a:gd name="connsiteY8" fmla="*/ 1187811 h 1629286"/>
              <a:gd name="connsiteX9" fmla="*/ 8501743 w 9873343"/>
              <a:gd name="connsiteY9" fmla="*/ 480239 h 1629286"/>
              <a:gd name="connsiteX10" fmla="*/ 9862457 w 9873343"/>
              <a:gd name="connsiteY10" fmla="*/ 1068068 h 1629286"/>
              <a:gd name="connsiteX11" fmla="*/ 9862457 w 9873343"/>
              <a:gd name="connsiteY11" fmla="*/ 1068068 h 1629286"/>
              <a:gd name="connsiteX12" fmla="*/ 9873343 w 9873343"/>
              <a:gd name="connsiteY12" fmla="*/ 1590582 h 1629286"/>
              <a:gd name="connsiteX13" fmla="*/ 9862457 w 9873343"/>
              <a:gd name="connsiteY13" fmla="*/ 1590582 h 1629286"/>
              <a:gd name="connsiteX14" fmla="*/ 9862457 w 9873343"/>
              <a:gd name="connsiteY14" fmla="*/ 1590582 h 1629286"/>
              <a:gd name="connsiteX0" fmla="*/ 0 w 9873343"/>
              <a:gd name="connsiteY0" fmla="*/ 1579697 h 1629286"/>
              <a:gd name="connsiteX1" fmla="*/ 0 w 9873343"/>
              <a:gd name="connsiteY1" fmla="*/ 774154 h 1629286"/>
              <a:gd name="connsiteX2" fmla="*/ 0 w 9873343"/>
              <a:gd name="connsiteY2" fmla="*/ 774154 h 1629286"/>
              <a:gd name="connsiteX3" fmla="*/ 881743 w 9873343"/>
              <a:gd name="connsiteY3" fmla="*/ 1268 h 1629286"/>
              <a:gd name="connsiteX4" fmla="*/ 2220686 w 9873343"/>
              <a:gd name="connsiteY4" fmla="*/ 980982 h 1629286"/>
              <a:gd name="connsiteX5" fmla="*/ 3341914 w 9873343"/>
              <a:gd name="connsiteY5" fmla="*/ 262525 h 1629286"/>
              <a:gd name="connsiteX6" fmla="*/ 4669971 w 9873343"/>
              <a:gd name="connsiteY6" fmla="*/ 1068068 h 1629286"/>
              <a:gd name="connsiteX7" fmla="*/ 5823857 w 9873343"/>
              <a:gd name="connsiteY7" fmla="*/ 338725 h 1629286"/>
              <a:gd name="connsiteX8" fmla="*/ 7326086 w 9873343"/>
              <a:gd name="connsiteY8" fmla="*/ 1187811 h 1629286"/>
              <a:gd name="connsiteX9" fmla="*/ 8501743 w 9873343"/>
              <a:gd name="connsiteY9" fmla="*/ 480239 h 1629286"/>
              <a:gd name="connsiteX10" fmla="*/ 9862457 w 9873343"/>
              <a:gd name="connsiteY10" fmla="*/ 1068068 h 1629286"/>
              <a:gd name="connsiteX11" fmla="*/ 9862457 w 9873343"/>
              <a:gd name="connsiteY11" fmla="*/ 1068068 h 1629286"/>
              <a:gd name="connsiteX12" fmla="*/ 9873343 w 9873343"/>
              <a:gd name="connsiteY12" fmla="*/ 1590582 h 1629286"/>
              <a:gd name="connsiteX13" fmla="*/ 9862457 w 9873343"/>
              <a:gd name="connsiteY13" fmla="*/ 1590582 h 1629286"/>
              <a:gd name="connsiteX14" fmla="*/ 9862457 w 9873343"/>
              <a:gd name="connsiteY14" fmla="*/ 1536153 h 1629286"/>
              <a:gd name="connsiteX0" fmla="*/ 0 w 9873343"/>
              <a:gd name="connsiteY0" fmla="*/ 1579697 h 1629286"/>
              <a:gd name="connsiteX1" fmla="*/ 0 w 9873343"/>
              <a:gd name="connsiteY1" fmla="*/ 774154 h 1629286"/>
              <a:gd name="connsiteX2" fmla="*/ 0 w 9873343"/>
              <a:gd name="connsiteY2" fmla="*/ 774154 h 1629286"/>
              <a:gd name="connsiteX3" fmla="*/ 881743 w 9873343"/>
              <a:gd name="connsiteY3" fmla="*/ 1268 h 1629286"/>
              <a:gd name="connsiteX4" fmla="*/ 2220686 w 9873343"/>
              <a:gd name="connsiteY4" fmla="*/ 980982 h 1629286"/>
              <a:gd name="connsiteX5" fmla="*/ 3341914 w 9873343"/>
              <a:gd name="connsiteY5" fmla="*/ 262525 h 1629286"/>
              <a:gd name="connsiteX6" fmla="*/ 4669971 w 9873343"/>
              <a:gd name="connsiteY6" fmla="*/ 1068068 h 1629286"/>
              <a:gd name="connsiteX7" fmla="*/ 5823857 w 9873343"/>
              <a:gd name="connsiteY7" fmla="*/ 338725 h 1629286"/>
              <a:gd name="connsiteX8" fmla="*/ 7326086 w 9873343"/>
              <a:gd name="connsiteY8" fmla="*/ 1187811 h 1629286"/>
              <a:gd name="connsiteX9" fmla="*/ 8501743 w 9873343"/>
              <a:gd name="connsiteY9" fmla="*/ 480239 h 1629286"/>
              <a:gd name="connsiteX10" fmla="*/ 9862457 w 9873343"/>
              <a:gd name="connsiteY10" fmla="*/ 1068068 h 1629286"/>
              <a:gd name="connsiteX11" fmla="*/ 9862457 w 9873343"/>
              <a:gd name="connsiteY11" fmla="*/ 1068068 h 1629286"/>
              <a:gd name="connsiteX12" fmla="*/ 9873343 w 9873343"/>
              <a:gd name="connsiteY12" fmla="*/ 1590582 h 1629286"/>
              <a:gd name="connsiteX13" fmla="*/ 9862457 w 9873343"/>
              <a:gd name="connsiteY13" fmla="*/ 1590582 h 1629286"/>
              <a:gd name="connsiteX14" fmla="*/ 9873343 w 9873343"/>
              <a:gd name="connsiteY14" fmla="*/ 1590582 h 1629286"/>
              <a:gd name="connsiteX0" fmla="*/ 0 w 9873343"/>
              <a:gd name="connsiteY0" fmla="*/ 1579697 h 1590582"/>
              <a:gd name="connsiteX1" fmla="*/ 0 w 9873343"/>
              <a:gd name="connsiteY1" fmla="*/ 774154 h 1590582"/>
              <a:gd name="connsiteX2" fmla="*/ 0 w 9873343"/>
              <a:gd name="connsiteY2" fmla="*/ 774154 h 1590582"/>
              <a:gd name="connsiteX3" fmla="*/ 881743 w 9873343"/>
              <a:gd name="connsiteY3" fmla="*/ 1268 h 1590582"/>
              <a:gd name="connsiteX4" fmla="*/ 2220686 w 9873343"/>
              <a:gd name="connsiteY4" fmla="*/ 980982 h 1590582"/>
              <a:gd name="connsiteX5" fmla="*/ 3341914 w 9873343"/>
              <a:gd name="connsiteY5" fmla="*/ 262525 h 1590582"/>
              <a:gd name="connsiteX6" fmla="*/ 4669971 w 9873343"/>
              <a:gd name="connsiteY6" fmla="*/ 1068068 h 1590582"/>
              <a:gd name="connsiteX7" fmla="*/ 5823857 w 9873343"/>
              <a:gd name="connsiteY7" fmla="*/ 338725 h 1590582"/>
              <a:gd name="connsiteX8" fmla="*/ 7326086 w 9873343"/>
              <a:gd name="connsiteY8" fmla="*/ 1187811 h 1590582"/>
              <a:gd name="connsiteX9" fmla="*/ 8501743 w 9873343"/>
              <a:gd name="connsiteY9" fmla="*/ 480239 h 1590582"/>
              <a:gd name="connsiteX10" fmla="*/ 9862457 w 9873343"/>
              <a:gd name="connsiteY10" fmla="*/ 1068068 h 1590582"/>
              <a:gd name="connsiteX11" fmla="*/ 9862457 w 9873343"/>
              <a:gd name="connsiteY11" fmla="*/ 1068068 h 1590582"/>
              <a:gd name="connsiteX12" fmla="*/ 9873343 w 9873343"/>
              <a:gd name="connsiteY12" fmla="*/ 1590582 h 1590582"/>
              <a:gd name="connsiteX13" fmla="*/ 9862457 w 9873343"/>
              <a:gd name="connsiteY13" fmla="*/ 1590582 h 1590582"/>
              <a:gd name="connsiteX14" fmla="*/ 9873343 w 9873343"/>
              <a:gd name="connsiteY14" fmla="*/ 1590582 h 159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873343" h="1590582">
                <a:moveTo>
                  <a:pt x="0" y="1579697"/>
                </a:moveTo>
                <a:lnTo>
                  <a:pt x="0" y="774154"/>
                </a:lnTo>
                <a:lnTo>
                  <a:pt x="0" y="774154"/>
                </a:lnTo>
                <a:cubicBezTo>
                  <a:pt x="146957" y="645340"/>
                  <a:pt x="511629" y="-33203"/>
                  <a:pt x="881743" y="1268"/>
                </a:cubicBezTo>
                <a:cubicBezTo>
                  <a:pt x="1251857" y="35739"/>
                  <a:pt x="1810658" y="937439"/>
                  <a:pt x="2220686" y="980982"/>
                </a:cubicBezTo>
                <a:cubicBezTo>
                  <a:pt x="2630715" y="1024525"/>
                  <a:pt x="2933700" y="248011"/>
                  <a:pt x="3341914" y="262525"/>
                </a:cubicBezTo>
                <a:cubicBezTo>
                  <a:pt x="3750128" y="277039"/>
                  <a:pt x="4256314" y="1055368"/>
                  <a:pt x="4669971" y="1068068"/>
                </a:cubicBezTo>
                <a:cubicBezTo>
                  <a:pt x="5083628" y="1080768"/>
                  <a:pt x="5381171" y="318768"/>
                  <a:pt x="5823857" y="338725"/>
                </a:cubicBezTo>
                <a:cubicBezTo>
                  <a:pt x="6266543" y="358682"/>
                  <a:pt x="6879772" y="1164225"/>
                  <a:pt x="7326086" y="1187811"/>
                </a:cubicBezTo>
                <a:cubicBezTo>
                  <a:pt x="7772400" y="1211397"/>
                  <a:pt x="8079015" y="500196"/>
                  <a:pt x="8501743" y="480239"/>
                </a:cubicBezTo>
                <a:cubicBezTo>
                  <a:pt x="8924471" y="460282"/>
                  <a:pt x="9862457" y="1068068"/>
                  <a:pt x="9862457" y="1068068"/>
                </a:cubicBezTo>
                <a:lnTo>
                  <a:pt x="9862457" y="1068068"/>
                </a:lnTo>
                <a:lnTo>
                  <a:pt x="9873343" y="1590582"/>
                </a:lnTo>
                <a:cubicBezTo>
                  <a:pt x="9873343" y="1579697"/>
                  <a:pt x="9862457" y="1590582"/>
                  <a:pt x="9862457" y="1590582"/>
                </a:cubicBezTo>
                <a:lnTo>
                  <a:pt x="9873343" y="1590582"/>
                </a:lnTo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FF02A3-A798-8248-9357-A9A0E7402D61}"/>
              </a:ext>
            </a:extLst>
          </p:cNvPr>
          <p:cNvSpPr/>
          <p:nvPr/>
        </p:nvSpPr>
        <p:spPr>
          <a:xfrm>
            <a:off x="838200" y="1280787"/>
            <a:ext cx="9873343" cy="381372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251999" tIns="251999" bIns="46800" rtlCol="0" anchor="t"/>
          <a:lstStyle/>
          <a:p>
            <a:r>
              <a:rPr lang="ko-KR" altLang="en-US" sz="2400" dirty="0"/>
              <a:t>애자일 프로젝트의 요구사항분석 노력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532185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전규현(Jeon, Gyu Hyeon)</dc:creator>
  <cp:lastModifiedBy>전규현(Jeon, Gyu Hyeon)</cp:lastModifiedBy>
  <cp:revision>5</cp:revision>
  <dcterms:created xsi:type="dcterms:W3CDTF">2020-08-20T23:43:39Z</dcterms:created>
  <dcterms:modified xsi:type="dcterms:W3CDTF">2020-08-21T00:03:24Z</dcterms:modified>
</cp:coreProperties>
</file>